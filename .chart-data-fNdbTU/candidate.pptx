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12ecf8abbd4734" /><Relationship Type="http://schemas.openxmlformats.org/officeDocument/2006/relationships/extended-properties" Target="/docProps/app.xml" Id="Rf0ffee1deb7d422c" /><Relationship Type="http://schemas.openxmlformats.org/officeDocument/2006/relationships/officeDocument" Target="/ppt/presentation.xml" Id="Rc0962c29fc0e4d8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abbd370b6bb49ec"/>
  </p:sldMasterIdLst>
  <p:notesMasterIdLst>
    <p:notesMasterId xmlns:r="http://schemas.openxmlformats.org/officeDocument/2006/relationships" r:id="R8e93c7b141c64493"/>
  </p:notesMasterIdLst>
  <p:sldIdLst>
    <p:sldId xmlns:r="http://schemas.openxmlformats.org/officeDocument/2006/relationships" id="256" r:id="R5042379249f7417e"/>
    <p:sldId xmlns:r="http://schemas.openxmlformats.org/officeDocument/2006/relationships" id="257" r:id="R58bc143960144af7"/>
    <p:sldId xmlns:r="http://schemas.openxmlformats.org/officeDocument/2006/relationships" id="258" r:id="Rc97d7586dc0f4166"/>
    <p:sldId xmlns:r="http://schemas.openxmlformats.org/officeDocument/2006/relationships" id="259" r:id="Rc6826a8080d047aa"/>
    <p:sldId xmlns:r="http://schemas.openxmlformats.org/officeDocument/2006/relationships" id="260" r:id="R6c086805a1824a47"/>
    <p:sldId xmlns:r="http://schemas.openxmlformats.org/officeDocument/2006/relationships" id="261" r:id="R39712759c63a4849"/>
    <p:sldId xmlns:r="http://schemas.openxmlformats.org/officeDocument/2006/relationships" id="262" r:id="R70191eb9b294421e"/>
    <p:sldId xmlns:r="http://schemas.openxmlformats.org/officeDocument/2006/relationships" id="263" r:id="Rdc0bf46147884782"/>
    <p:sldId xmlns:r="http://schemas.openxmlformats.org/officeDocument/2006/relationships" id="264" r:id="Rcdf6a5b071da4b30"/>
    <p:sldId xmlns:r="http://schemas.openxmlformats.org/officeDocument/2006/relationships" id="265" r:id="R3a9667a881c74e35"/>
    <p:sldId xmlns:r="http://schemas.openxmlformats.org/officeDocument/2006/relationships" id="266" r:id="Ra4e131868bf84819"/>
    <p:sldId xmlns:r="http://schemas.openxmlformats.org/officeDocument/2006/relationships" id="267" r:id="R55b25fde33de40fb"/>
    <p:sldId xmlns:r="http://schemas.openxmlformats.org/officeDocument/2006/relationships" id="268" r:id="R10a0a38cdb4c493a"/>
    <p:sldId xmlns:r="http://schemas.openxmlformats.org/officeDocument/2006/relationships" id="269" r:id="Rd377aa606fcd47df"/>
    <p:sldId xmlns:r="http://schemas.openxmlformats.org/officeDocument/2006/relationships" id="270" r:id="R788f99b2553c4abb"/>
    <p:sldId xmlns:r="http://schemas.openxmlformats.org/officeDocument/2006/relationships" id="271" r:id="R5184091590c946e6"/>
    <p:sldId xmlns:r="http://schemas.openxmlformats.org/officeDocument/2006/relationships" id="272" r:id="Rf64b729033004c7d"/>
    <p:sldId xmlns:r="http://schemas.openxmlformats.org/officeDocument/2006/relationships" id="273" r:id="R2ca5cc1c0c8f41ba"/>
    <p:sldId xmlns:r="http://schemas.openxmlformats.org/officeDocument/2006/relationships" id="274" r:id="Re1976931a4ec496b"/>
    <p:sldId xmlns:r="http://schemas.openxmlformats.org/officeDocument/2006/relationships" id="275" r:id="R551aaf4c43524b68"/>
    <p:sldId xmlns:r="http://schemas.openxmlformats.org/officeDocument/2006/relationships" id="276" r:id="R5e1018e64aa241de"/>
    <p:sldId xmlns:r="http://schemas.openxmlformats.org/officeDocument/2006/relationships" id="277" r:id="R9c4e5fe700094f82"/>
    <p:sldId xmlns:r="http://schemas.openxmlformats.org/officeDocument/2006/relationships" id="278" r:id="R93244cd94fc94822"/>
    <p:sldId xmlns:r="http://schemas.openxmlformats.org/officeDocument/2006/relationships" id="279" r:id="Rba2dd465624046f2"/>
  </p:sldIdLst>
  <p:sldSz cx="9144000" cy="5143500"/>
  <p:notesSz cx="6858000" cy="9144000"/>
  <p:embeddedFontLst>
    <p:embeddedFont>
      <p:font typeface="Inter SemiBold"/>
      <p:regular xmlns:r="http://schemas.openxmlformats.org/officeDocument/2006/relationships" r:id="R7141fb2432f44cfa"/>
      <p:bold xmlns:r="http://schemas.openxmlformats.org/officeDocument/2006/relationships" r:id="R749897d97edf4c62"/>
      <p:italic xmlns:r="http://schemas.openxmlformats.org/officeDocument/2006/relationships" r:id="Ra06ece55713b46bc"/>
      <p:boldItalic xmlns:r="http://schemas.openxmlformats.org/officeDocument/2006/relationships" r:id="Rca0a107a4d1741ea"/>
    </p:embeddedFont>
    <p:embeddedFont>
      <p:font typeface="Inter"/>
      <p:bold xmlns:r="http://schemas.openxmlformats.org/officeDocument/2006/relationships" r:id="R8b2583511e87493c"/>
      <p:boldItalic xmlns:r="http://schemas.openxmlformats.org/officeDocument/2006/relationships" r:id="R57bc2170bcaf4d7d"/>
    </p:embeddedFont>
    <p:embeddedFont>
      <p:font typeface="Inter ExtraBold"/>
      <p:bold xmlns:r="http://schemas.openxmlformats.org/officeDocument/2006/relationships" r:id="Raab193598ad34bbf"/>
      <p:boldItalic xmlns:r="http://schemas.openxmlformats.org/officeDocument/2006/relationships" r:id="Rcf99c9a376fc4835"/>
    </p:embeddedFont>
    <p:embeddedFont>
      <p:font typeface="Inter Medium"/>
      <p:regular xmlns:r="http://schemas.openxmlformats.org/officeDocument/2006/relationships" r:id="Rbc60e06dc42840a8"/>
      <p:bold xmlns:r="http://schemas.openxmlformats.org/officeDocument/2006/relationships" r:id="R1e2858cd9c534a25"/>
      <p:italic xmlns:r="http://schemas.openxmlformats.org/officeDocument/2006/relationships" r:id="R5f236233ab8b4c94"/>
      <p:boldItalic xmlns:r="http://schemas.openxmlformats.org/officeDocument/2006/relationships" r:id="R3cf491b6f9394c32"/>
    </p:embeddedFont>
    <p:embeddedFont>
      <p:font typeface="Inter Black"/>
      <p:bold xmlns:r="http://schemas.openxmlformats.org/officeDocument/2006/relationships" r:id="Ra4a30c11aec7495f"/>
      <p:boldItalic xmlns:r="http://schemas.openxmlformats.org/officeDocument/2006/relationships" r:id="R9b4759208ca849de"/>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03b92119f344500" /><Relationship Type="http://schemas.openxmlformats.org/officeDocument/2006/relationships/slideMaster" Target="/ppt/slideMasters/slideMaster1.xml" Id="R5abbd370b6bb49ec" /><Relationship Type="http://schemas.openxmlformats.org/officeDocument/2006/relationships/notesMaster" Target="/ppt/notesMasters/notesMaster1.xml" Id="R8e93c7b141c64493" /><Relationship Type="http://schemas.openxmlformats.org/officeDocument/2006/relationships/presProps" Target="/ppt/presProps.xml" Id="Rb55825a6985d4add" /><Relationship Type="http://schemas.openxmlformats.org/officeDocument/2006/relationships/viewProps" Target="/ppt/viewProps.xml" Id="R945e0f1b374741c2" /><Relationship Type="http://schemas.openxmlformats.org/officeDocument/2006/relationships/tableStyles" Target="/ppt/tableStyles.xml" Id="R7ebf3f2c884245cc" /><Relationship Type="http://schemas.openxmlformats.org/officeDocument/2006/relationships/font" Target="/ppt/fonts/font.dat" Id="R7141fb2432f44cfa" /><Relationship Type="http://schemas.openxmlformats.org/officeDocument/2006/relationships/font" Target="/ppt/fonts/font2.dat" Id="R749897d97edf4c62" /><Relationship Type="http://schemas.openxmlformats.org/officeDocument/2006/relationships/font" Target="/ppt/fonts/font3.dat" Id="Ra06ece55713b46bc" /><Relationship Type="http://schemas.openxmlformats.org/officeDocument/2006/relationships/font" Target="/ppt/fonts/font4.dat" Id="Rca0a107a4d1741ea" /><Relationship Type="http://schemas.openxmlformats.org/officeDocument/2006/relationships/font" Target="/ppt/fonts/font5.dat" Id="R8b2583511e87493c" /><Relationship Type="http://schemas.openxmlformats.org/officeDocument/2006/relationships/font" Target="/ppt/fonts/font6.dat" Id="R57bc2170bcaf4d7d" /><Relationship Type="http://schemas.openxmlformats.org/officeDocument/2006/relationships/font" Target="/ppt/fonts/font7.dat" Id="Raab193598ad34bbf" /><Relationship Type="http://schemas.openxmlformats.org/officeDocument/2006/relationships/font" Target="/ppt/fonts/font8.dat" Id="Rcf99c9a376fc4835" /><Relationship Type="http://schemas.openxmlformats.org/officeDocument/2006/relationships/font" Target="/ppt/fonts/font9.dat" Id="Rbc60e06dc42840a8" /><Relationship Type="http://schemas.openxmlformats.org/officeDocument/2006/relationships/font" Target="/ppt/fonts/font10.dat" Id="R1e2858cd9c534a25" /><Relationship Type="http://schemas.openxmlformats.org/officeDocument/2006/relationships/font" Target="/ppt/fonts/font11.dat" Id="R5f236233ab8b4c94" /><Relationship Type="http://schemas.openxmlformats.org/officeDocument/2006/relationships/font" Target="/ppt/fonts/font12.dat" Id="R3cf491b6f9394c32" /><Relationship Type="http://schemas.openxmlformats.org/officeDocument/2006/relationships/font" Target="/ppt/fonts/font13.dat" Id="Ra4a30c11aec7495f" /><Relationship Type="http://schemas.openxmlformats.org/officeDocument/2006/relationships/font" Target="/ppt/fonts/font14.dat" Id="R9b4759208ca849de" /><Relationship Type="http://schemas.openxmlformats.org/officeDocument/2006/relationships/slide" Target="/ppt/slides/slide1.xml" Id="R5042379249f7417e" /><Relationship Type="http://schemas.openxmlformats.org/officeDocument/2006/relationships/slide" Target="/ppt/slides/slide2.xml" Id="R58bc143960144af7" /><Relationship Type="http://schemas.openxmlformats.org/officeDocument/2006/relationships/slide" Target="/ppt/slides/slide3.xml" Id="Rc97d7586dc0f4166" /><Relationship Type="http://schemas.openxmlformats.org/officeDocument/2006/relationships/slide" Target="/ppt/slides/slide4.xml" Id="Rc6826a8080d047aa" /><Relationship Type="http://schemas.openxmlformats.org/officeDocument/2006/relationships/slide" Target="/ppt/slides/slide5.xml" Id="R6c086805a1824a47" /><Relationship Type="http://schemas.openxmlformats.org/officeDocument/2006/relationships/slide" Target="/ppt/slides/slide6.xml" Id="R39712759c63a4849" /><Relationship Type="http://schemas.openxmlformats.org/officeDocument/2006/relationships/slide" Target="/ppt/slides/slide7.xml" Id="R70191eb9b294421e" /><Relationship Type="http://schemas.openxmlformats.org/officeDocument/2006/relationships/slide" Target="/ppt/slides/slide8.xml" Id="Rdc0bf46147884782" /><Relationship Type="http://schemas.openxmlformats.org/officeDocument/2006/relationships/slide" Target="/ppt/slides/slide9.xml" Id="Rcdf6a5b071da4b30" /><Relationship Type="http://schemas.openxmlformats.org/officeDocument/2006/relationships/slide" Target="/ppt/slides/slide10.xml" Id="R3a9667a881c74e35" /><Relationship Type="http://schemas.openxmlformats.org/officeDocument/2006/relationships/slide" Target="/ppt/slides/slide11.xml" Id="Ra4e131868bf84819" /><Relationship Type="http://schemas.openxmlformats.org/officeDocument/2006/relationships/slide" Target="/ppt/slides/slide12.xml" Id="R55b25fde33de40fb" /><Relationship Type="http://schemas.openxmlformats.org/officeDocument/2006/relationships/slide" Target="/ppt/slides/slide13.xml" Id="R10a0a38cdb4c493a" /><Relationship Type="http://schemas.openxmlformats.org/officeDocument/2006/relationships/slide" Target="/ppt/slides/slide14.xml" Id="Rd377aa606fcd47df" /><Relationship Type="http://schemas.openxmlformats.org/officeDocument/2006/relationships/slide" Target="/ppt/slides/slide15.xml" Id="R788f99b2553c4abb" /><Relationship Type="http://schemas.openxmlformats.org/officeDocument/2006/relationships/slide" Target="/ppt/slides/slide16.xml" Id="R5184091590c946e6" /><Relationship Type="http://schemas.openxmlformats.org/officeDocument/2006/relationships/slide" Target="/ppt/slides/slide17.xml" Id="Rf64b729033004c7d" /><Relationship Type="http://schemas.openxmlformats.org/officeDocument/2006/relationships/slide" Target="/ppt/slides/slide18.xml" Id="R2ca5cc1c0c8f41ba" /><Relationship Type="http://schemas.openxmlformats.org/officeDocument/2006/relationships/slide" Target="/ppt/slides/slide19.xml" Id="Re1976931a4ec496b" /><Relationship Type="http://schemas.openxmlformats.org/officeDocument/2006/relationships/slide" Target="/ppt/slides/slide20.xml" Id="R551aaf4c43524b68" /><Relationship Type="http://schemas.openxmlformats.org/officeDocument/2006/relationships/slide" Target="/ppt/slides/slide21.xml" Id="R5e1018e64aa241de" /><Relationship Type="http://schemas.openxmlformats.org/officeDocument/2006/relationships/slide" Target="/ppt/slides/slide22.xml" Id="R9c4e5fe700094f82" /><Relationship Type="http://schemas.openxmlformats.org/officeDocument/2006/relationships/slide" Target="/ppt/slides/slide23.xml" Id="R93244cd94fc94822" /><Relationship Type="http://schemas.openxmlformats.org/officeDocument/2006/relationships/slide" Target="/ppt/slides/slide24.xml" Id="Rba2dd465624046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3e16cae1b54a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e0b965213a4a13" /><Relationship Type="http://schemas.openxmlformats.org/officeDocument/2006/relationships/notesMaster" Target="/ppt/notesMasters/notesMaster1.xml" Id="Re01e19062b2644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b059aa51cd4a38" /><Relationship Type="http://schemas.openxmlformats.org/officeDocument/2006/relationships/notesMaster" Target="/ppt/notesMasters/notesMaster1.xml" Id="R3029755fdc8b4c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266a0113f4341" /><Relationship Type="http://schemas.openxmlformats.org/officeDocument/2006/relationships/notesMaster" Target="/ppt/notesMasters/notesMaster1.xml" Id="Reb1a7823b47141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e144e52ccf4d20" /><Relationship Type="http://schemas.openxmlformats.org/officeDocument/2006/relationships/notesMaster" Target="/ppt/notesMasters/notesMaster1.xml" Id="R62e7ae65132c46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4d3a8c6ca48fc" /><Relationship Type="http://schemas.openxmlformats.org/officeDocument/2006/relationships/notesMaster" Target="/ppt/notesMasters/notesMaster1.xml" Id="R7a03ba1136ca4a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991f436283473d" /><Relationship Type="http://schemas.openxmlformats.org/officeDocument/2006/relationships/notesMaster" Target="/ppt/notesMasters/notesMaster1.xml" Id="Ra9af5b68492541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9d11b785d84e37" /><Relationship Type="http://schemas.openxmlformats.org/officeDocument/2006/relationships/notesMaster" Target="/ppt/notesMasters/notesMaster1.xml" Id="R3984428ae22844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50c66f5bee4bdf" /><Relationship Type="http://schemas.openxmlformats.org/officeDocument/2006/relationships/notesMaster" Target="/ppt/notesMasters/notesMaster1.xml" Id="R8074dfa7262343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938e3829a94a46" /><Relationship Type="http://schemas.openxmlformats.org/officeDocument/2006/relationships/notesMaster" Target="/ppt/notesMasters/notesMaster1.xml" Id="R44dcc4e1f3b5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9e437db71a4813" /><Relationship Type="http://schemas.openxmlformats.org/officeDocument/2006/relationships/notesMaster" Target="/ppt/notesMasters/notesMaster1.xml" Id="R3a25aa77722646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208db618134449" /><Relationship Type="http://schemas.openxmlformats.org/officeDocument/2006/relationships/notesMaster" Target="/ppt/notesMasters/notesMaster1.xml" Id="R446afa58fe1a44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6d6b84c0e44acf" /><Relationship Type="http://schemas.openxmlformats.org/officeDocument/2006/relationships/notesMaster" Target="/ppt/notesMasters/notesMaster1.xml" Id="Rb2638b44aba041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d53e81e62045d6" /><Relationship Type="http://schemas.openxmlformats.org/officeDocument/2006/relationships/notesMaster" Target="/ppt/notesMasters/notesMaster1.xml" Id="Re704d2775aa547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45914972664708" /><Relationship Type="http://schemas.openxmlformats.org/officeDocument/2006/relationships/notesMaster" Target="/ppt/notesMasters/notesMaster1.xml" Id="R8196e0734b7c43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b6fa99f07c4532" /><Relationship Type="http://schemas.openxmlformats.org/officeDocument/2006/relationships/notesMaster" Target="/ppt/notesMasters/notesMaster1.xml" Id="R46c7038fb83345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8d245e0f7b426a" /><Relationship Type="http://schemas.openxmlformats.org/officeDocument/2006/relationships/notesMaster" Target="/ppt/notesMasters/notesMaster1.xml" Id="R66fab884e3ae4c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55616331b5493f" /><Relationship Type="http://schemas.openxmlformats.org/officeDocument/2006/relationships/notesMaster" Target="/ppt/notesMasters/notesMaster1.xml" Id="R6c366c04e5584d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2828def2c64c46" /><Relationship Type="http://schemas.openxmlformats.org/officeDocument/2006/relationships/notesMaster" Target="/ppt/notesMasters/notesMaster1.xml" Id="R7ca87beb25bc47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c20884bf5147bf" /><Relationship Type="http://schemas.openxmlformats.org/officeDocument/2006/relationships/notesMaster" Target="/ppt/notesMasters/notesMaster1.xml" Id="R815cda85a60249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08f4dcbaba421a" /><Relationship Type="http://schemas.openxmlformats.org/officeDocument/2006/relationships/notesMaster" Target="/ppt/notesMasters/notesMaster1.xml" Id="R132710577872427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28fcbf298f44bb" /><Relationship Type="http://schemas.openxmlformats.org/officeDocument/2006/relationships/notesMaster" Target="/ppt/notesMasters/notesMaster1.xml" Id="R261525b13dc04f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28a2bb357c4a9e" /><Relationship Type="http://schemas.openxmlformats.org/officeDocument/2006/relationships/notesMaster" Target="/ppt/notesMasters/notesMaster1.xml" Id="R246a53b68c8b47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fb03ae60374fc7" /><Relationship Type="http://schemas.openxmlformats.org/officeDocument/2006/relationships/notesMaster" Target="/ppt/notesMasters/notesMaster1.xml" Id="R120af82bdcd94d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9fbd3d483c406a" /><Relationship Type="http://schemas.openxmlformats.org/officeDocument/2006/relationships/notesMaster" Target="/ppt/notesMasters/notesMaster1.xml" Id="R8af6b7dce2da4e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3b6bbbc0074f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bf693ca4de495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8efca1f67545c2" /><Relationship Type="http://schemas.openxmlformats.org/officeDocument/2006/relationships/slideLayout" Target="/ppt/slideLayouts/slideLayout1.xml" Id="Rd28ef279eee64495" /><Relationship Type="http://schemas.openxmlformats.org/officeDocument/2006/relationships/slideLayout" Target="/ppt/slideLayouts/slideLayout2.xml" Id="R87e7a3e9a6ac4fc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28ef279eee64495"/>
    <p:sldLayoutId xmlns:r="http://schemas.openxmlformats.org/officeDocument/2006/relationships" id="2147483650" r:id="R87e7a3e9a6ac4fc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770d318cc44db" /><Relationship Type="http://schemas.openxmlformats.org/officeDocument/2006/relationships/image" Target="/ppt/media/image.png" Id="Ra43a6ea662ef4699" /><Relationship Type="http://schemas.openxmlformats.org/officeDocument/2006/relationships/image" Target="/ppt/media/image2.png" Id="Rdec31a64b09e4e69" /><Relationship Type="http://schemas.openxmlformats.org/officeDocument/2006/relationships/image" Target="/ppt/media/image3.png" Id="R518c9c9610134d2e" /><Relationship Type="http://schemas.openxmlformats.org/officeDocument/2006/relationships/notesSlide" Target="/ppt/notesSlides/notesSlide1.xml" Id="Rc0963ca0343c40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627b97622f4c9e" /><Relationship Type="http://schemas.openxmlformats.org/officeDocument/2006/relationships/notesSlide" Target="/ppt/notesSlides/notesSlide2.xml" Id="R045e3019d24346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0a95d4081746c5" /><Relationship Type="http://schemas.openxmlformats.org/officeDocument/2006/relationships/notesSlide" Target="/ppt/notesSlides/notesSlide3.xml" Id="Rb6eac83549254f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a5fa0f963f4675" /><Relationship Type="http://schemas.openxmlformats.org/officeDocument/2006/relationships/notesSlide" Target="/ppt/notesSlides/notesSlide4.xml" Id="R9c801e62a3094f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14f699ea5e4142" /><Relationship Type="http://schemas.openxmlformats.org/officeDocument/2006/relationships/notesSlide" Target="/ppt/notesSlides/notesSlide5.xml" Id="Rc9f65f35b8564b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3f1acec2e743e9" /><Relationship Type="http://schemas.openxmlformats.org/officeDocument/2006/relationships/notesSlide" Target="/ppt/notesSlides/notesSlide6.xml" Id="R91a0a015295848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f5b4ed842e407f" /><Relationship Type="http://schemas.openxmlformats.org/officeDocument/2006/relationships/notesSlide" Target="/ppt/notesSlides/notesSlide7.xml" Id="R5a251405c56e48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d5b3e645284e6e" /><Relationship Type="http://schemas.openxmlformats.org/officeDocument/2006/relationships/notesSlide" Target="/ppt/notesSlides/notesSlide8.xml" Id="R818e6b8e766e46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f905c1a58e4b41" /><Relationship Type="http://schemas.openxmlformats.org/officeDocument/2006/relationships/notesSlide" Target="/ppt/notesSlides/notesSlide9.xml" Id="R4cec03e8b18c42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897026128b742fc" /><Relationship Type="http://schemas.openxmlformats.org/officeDocument/2006/relationships/image" Target="/ppt/media/image4.png" Id="Rc77c79ad516345c3" /><Relationship Type="http://schemas.openxmlformats.org/officeDocument/2006/relationships/image" Target="/ppt/media/image.jpeg" Id="Rb2c78e3a4f574a93" /><Relationship Type="http://schemas.openxmlformats.org/officeDocument/2006/relationships/image" Target="/ppt/media/image2.jpeg" Id="Rbd6dac728ce14c7e" /><Relationship Type="http://schemas.openxmlformats.org/officeDocument/2006/relationships/image" Target="/ppt/media/image3.jpeg" Id="R1fb84bdf659a4bb7" /><Relationship Type="http://schemas.openxmlformats.org/officeDocument/2006/relationships/image" Target="/ppt/media/image4.jpeg" Id="R91aca09079ba4706" /><Relationship Type="http://schemas.openxmlformats.org/officeDocument/2006/relationships/image" Target="/ppt/media/image5.jpeg" Id="Rcd73dca082b549b5" /><Relationship Type="http://schemas.openxmlformats.org/officeDocument/2006/relationships/notesSlide" Target="/ppt/notesSlides/notesSlide10.xml" Id="Ra2741c42e59541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b538e9e8524ed9" /><Relationship Type="http://schemas.openxmlformats.org/officeDocument/2006/relationships/notesSlide" Target="/ppt/notesSlides/notesSlide11.xml" Id="R257abdde98d444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91396858c24567" /><Relationship Type="http://schemas.openxmlformats.org/officeDocument/2006/relationships/notesSlide" Target="/ppt/notesSlides/notesSlide12.xml" Id="R609c825d177f4b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38d8d4fc984397" /><Relationship Type="http://schemas.openxmlformats.org/officeDocument/2006/relationships/chart" Target="/ppt/slides/charts/chart1.xml" Id="Rc38239e22dce422f" /><Relationship Type="http://schemas.openxmlformats.org/officeDocument/2006/relationships/notesSlide" Target="/ppt/notesSlides/notesSlide13.xml" Id="R2db71cc4f0de45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c97927cc9d42f7" /><Relationship Type="http://schemas.openxmlformats.org/officeDocument/2006/relationships/chart" Target="/ppt/slides/charts/chart2.xml" Id="R7ba915ed599a4a4b" /><Relationship Type="http://schemas.openxmlformats.org/officeDocument/2006/relationships/notesSlide" Target="/ppt/notesSlides/notesSlide14.xml" Id="R7690ecefa2424d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a21c6ce74dc4d9d" /><Relationship Type="http://schemas.openxmlformats.org/officeDocument/2006/relationships/chart" Target="/ppt/slides/charts/chart3.xml" Id="Ra4d315e3e9d84994" /><Relationship Type="http://schemas.openxmlformats.org/officeDocument/2006/relationships/notesSlide" Target="/ppt/notesSlides/notesSlide15.xml" Id="R9a65a28929634f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39404bf35724420" /><Relationship Type="http://schemas.openxmlformats.org/officeDocument/2006/relationships/notesSlide" Target="/ppt/notesSlides/notesSlide16.xml" Id="Rcb42827b01a84c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e116055167f438b" /><Relationship Type="http://schemas.openxmlformats.org/officeDocument/2006/relationships/notesSlide" Target="/ppt/notesSlides/notesSlide17.xml" Id="R45a2ae72bfb84d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4a1586002b4193" /><Relationship Type="http://schemas.openxmlformats.org/officeDocument/2006/relationships/chart" Target="/ppt/slides/charts/chart4.xml" Id="R8f6d9e56187b40eb" /><Relationship Type="http://schemas.openxmlformats.org/officeDocument/2006/relationships/notesSlide" Target="/ppt/notesSlides/notesSlide18.xml" Id="R6e85508cbf7240a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703b3aca6e64972" /><Relationship Type="http://schemas.openxmlformats.org/officeDocument/2006/relationships/chart" Target="/ppt/slides/charts/chart5.xml" Id="R89e030d304f54b06" /><Relationship Type="http://schemas.openxmlformats.org/officeDocument/2006/relationships/notesSlide" Target="/ppt/notesSlides/notesSlide19.xml" Id="R70c61711a68e41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a8d06032014c8c" /><Relationship Type="http://schemas.openxmlformats.org/officeDocument/2006/relationships/notesSlide" Target="/ppt/notesSlides/notesSlide20.xml" Id="R3d6ad65145a14b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a3e4cd67567472e" /><Relationship Type="http://schemas.openxmlformats.org/officeDocument/2006/relationships/notesSlide" Target="/ppt/notesSlides/notesSlide21.xml" Id="R33c3548a32b14b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83a41f39b314999" /><Relationship Type="http://schemas.openxmlformats.org/officeDocument/2006/relationships/notesSlide" Target="/ppt/notesSlides/notesSlide22.xml" Id="R94f9a7b46f334b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ea38772e70f4481" /><Relationship Type="http://schemas.openxmlformats.org/officeDocument/2006/relationships/notesSlide" Target="/ppt/notesSlides/notesSlide23.xml" Id="R1d92fee6f65645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26caea5f6e492e" /><Relationship Type="http://schemas.openxmlformats.org/officeDocument/2006/relationships/image" Target="/ppt/media/image5.png" Id="R45b3f752ef744435" /><Relationship Type="http://schemas.openxmlformats.org/officeDocument/2006/relationships/notesSlide" Target="/ppt/notesSlides/notesSlide24.xml" Id="R02d904907adf48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PIN</c:v>
          </c:tx>
          <c:spPr>
            <a:solidFill xmlns:a="http://schemas.openxmlformats.org/drawingml/2006/main">
              <a:srgbClr val="0B7F8A"/>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D4872C"/>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B7F8A"/>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a43a6ea662ef4699">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DF315206-A8C1-4350-9191-C7E3E3B1D710}"/>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DB4AB48D-BCA5-4CD2-A654-CB97136BB1A1}"/>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077FC5F9-52A9-488D-9925-B6FC4C519E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ec31a64b09e4e69">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0D3748CD-10BF-4541-9432-9C2E9EA0C17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8c9c9610134d2e">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346F882F-A898-43CB-846B-C921892E0963}"/>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3A130B4F-13BA-4F14-AADB-A3203C110009}"/>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FBD5D8D6-1173-4CA7-BBC5-9CD53DD805BA}"/>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039CA081-3C92-4A58-9093-E937F2D39C02}"/>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239C2161-3173-434D-844D-94B44655669A}"/>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916DD8EF-8E2E-4153-873A-D8FCA8BB5732}"/>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CEB7AE04-8F30-4C2E-AB36-634FA0B92DEC}"/>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924414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ECD5A749-2716-43B6-BDB8-F60C7570D27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2A055ABD-26E8-4F5E-8180-BB9ED54B43F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FA9B2478-F377-4D7A-9C05-B02E01F1F8A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3B9B3F04-9D0A-4BEE-A388-FF58EBA54B32}"/>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0" tIns="0" rIns="0" bIns="0">
                      <a:noAutofit/>
                    </a:bodyPr>
                    <a:lstStyle/>
                    <a:p>
                      <a:pPr algn="l"/>
                      <a:r>
                        <a:rPr sz="1575"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75" b="1">
                          <a:solidFill>
                            <a:srgbClr val="0B7F8A"/>
                          </a:solidFill>
                          <a:latin typeface="Calibri"/>
                          <a:ea typeface="Calibri"/>
                          <a:cs typeface="Calibri"/>
                        </a:rPr>
                        <a:t>Action and Present Status</a:t>
                      </a:r>
                    </a:p>
                  </a:txBody>
                  <a:tcPr marL="85725" marR="85725" marT="28575" marB="28575" anchor="ctr">
                    <a:solidFill>
                      <a:srgbClr val="E2E8F0"/>
                    </a:solidFill>
                  </a:tcPr>
                </a:tc>
              </a:tr>
              <a:tr h="541020">
                <a:tc>
                  <a:txBody>
                    <a:bodyPr lIns="0" tIns="0" rIns="0" bIns="0">
                      <a:noAutofit/>
                    </a:bodyPr>
                    <a:lstStyle/>
                    <a:p>
                      <a:pPr algn="l"/>
                      <a:r>
                        <a:rPr sz="1575" b="0">
                          <a:solidFill>
                            <a:srgbClr val="334155"/>
                          </a:solidFill>
                          <a:latin typeface="Calibri"/>
                          <a:ea typeface="Calibri"/>
                          <a:cs typeface="Calibri"/>
                        </a:rPr>
                        <a:t>01-02  Checklist and Chapter 4 visuals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Complete checklist, corrected results, item tables, and comparison figures.</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03  Raw survey and comparison records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85725" marR="85725" marT="28575" marB="28575" anchor="ctr">
                    <a:solidFill>
                      <a:srgbClr val="F8FAFC"/>
                    </a:solidFill>
                  </a:tcPr>
                </a:tc>
              </a:tr>
              <a:tr h="541020">
                <a:tc>
                  <a:txBody>
                    <a:bodyPr lIns="0" tIns="0" rIns="0" bIns="0">
                      <a:noAutofit/>
                    </a:bodyPr>
                    <a:lstStyle/>
                    <a:p>
                      <a:pPr algn="l"/>
                      <a:r>
                        <a:rPr sz="1575" b="0">
                          <a:solidFill>
                            <a:srgbClr val="334155"/>
                          </a:solidFill>
                          <a:latin typeface="Calibri"/>
                          <a:ea typeface="Calibri"/>
                          <a:cs typeface="Calibri"/>
                        </a:rPr>
                        <a:t>04  Evidence for tests and surveys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05  Interfaces in appendices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85725" marR="85725" marT="28575" marB="28575"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38B59EE5-CA30-4770-B72F-C84569A2AA95}"/>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1493692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F49101F4-4C40-4114-B262-571E653F146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417971CF-D8A7-44CA-BBC5-A509F429452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31D9F837-C604-4CDD-8123-E28C6CA9BDE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058022D4-70E8-4F2A-B005-0434702C81A0}"/>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Action and Present Status</a:t>
                      </a:r>
                    </a:p>
                  </a:txBody>
                  <a:tcPr marL="85725" marR="85725" marT="28575" marB="28575" anchor="ctr">
                    <a:solidFill>
                      <a:srgbClr val="E2E8F0"/>
                    </a:solidFill>
                  </a:tcPr>
                </a:tc>
              </a:tr>
              <a:tr h="492125">
                <a:tc>
                  <a:txBody>
                    <a:bodyPr lIns="0" tIns="0" rIns="0" bIns="0">
                      <a:noAutofit/>
                    </a:bodyPr>
                    <a:lstStyle/>
                    <a:p>
                      <a:pPr algn="l"/>
                      <a:r>
                        <a:rPr sz="1500" b="0">
                          <a:solidFill>
                            <a:srgbClr val="334155"/>
                          </a:solidFill>
                          <a:latin typeface="Calibri"/>
                          <a:ea typeface="Calibri"/>
                          <a:cs typeface="Calibri"/>
                        </a:rPr>
                        <a:t>06-07  Manual baseline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08  Student participant counts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09-10  Same students and survey sequence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16  Use case diagram</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17  T-test of manual and system means</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85725" marR="85725" marT="28575" marB="28575"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BEB700F8-1FF4-4A58-A109-5BE6AF91CAEC}"/>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765765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8991F908-ECCE-4C92-862B-4E55D73B36D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3B92BBBA-351E-43E7-A47E-C85286EA025E}"/>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A2364CF3-2781-4E50-9BED-F8B9076E88B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6DF39FE0-E1CF-42C5-AAEE-460D8A9C62AC}"/>
              </a:ext>
            </a:extLst>
          </p:cNvPr>
          <p:cNvGraphicFramePr/>
          <p:nvPr/>
        </p:nvGraphicFramePr>
        <p:xfrm>
          <a:off xmlns:a="http://schemas.openxmlformats.org/drawingml/2006/main" x="304800" y="1219200"/>
          <a:ext xmlns:a="http://schemas.openxmlformats.org/drawingml/2006/main" cx="8524875" cy="2876550"/>
        </p:xfrm>
        <a:graphic xmlns:a="http://schemas.openxmlformats.org/drawingml/2006/main">
          <a:graphicData uri="http://schemas.openxmlformats.org/drawingml/2006/table">
            <a:tbl>
              <a:tblPr/>
              <a:tblGrid>
                <a:gridCol w="2857500"/>
                <a:gridCol w="5667375"/>
              </a:tblGrid>
              <a:tr h="4794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Current Implementation and Qualification</a:t>
                      </a:r>
                    </a:p>
                  </a:txBody>
                  <a:tcPr marL="85725" marR="85725" marT="28575" marB="28575" anchor="ctr">
                    <a:solidFill>
                      <a:srgbClr val="E2E8F0"/>
                    </a:solidFill>
                  </a:tcPr>
                </a:tc>
              </a:tr>
              <a:tr h="479425">
                <a:tc>
                  <a:txBody>
                    <a:bodyPr lIns="0" tIns="0" rIns="0" bIns="0">
                      <a:noAutofit/>
                    </a:bodyPr>
                    <a:lstStyle/>
                    <a:p>
                      <a:pPr algn="l"/>
                      <a:r>
                        <a:rPr sz="1500" b="0">
                          <a:solidFill>
                            <a:srgbClr val="334155"/>
                          </a:solidFill>
                          <a:latin typeface="Calibri"/>
                          <a:ea typeface="Calibri"/>
                          <a:cs typeface="Calibri"/>
                        </a:rPr>
                        <a:t>11  Personnel login timestamp</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Login audit timestamp recorded. A dedicated visible login-time field remains unverified.</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12  Student timestamps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Kiosk code displays scan time and applicable IN/OUT values.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13  Retain student result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10-second result display. Persistent last-log display still needs confirmation.</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14  Administrator purge</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Authorized active cleanup removes eligible cloud-backed local logs.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15  Data destruction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Partial: local cleanup retains cloud history. Full disposal remains unverified.</a:t>
                      </a:r>
                    </a:p>
                  </a:txBody>
                  <a:tcPr marL="85725" marR="85725" marT="28575" marB="28575" anchor="ctr">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1A6B1C62-4206-4EDE-9E33-9B9A0943BA5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4187716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DD4C74F7-B890-4D37-B8E2-52A521BD094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A56B4851-BD2B-4C58-BFA0-F091A694E5A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CD167C82-F5EE-4660-B633-7DD9CCBA15C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DDA91344-7773-4C9F-8B77-6C3A95D31D34}"/>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007A7ED6-5BF0-498A-93C7-9F79F5E2C1B2}"/>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8BA7F85E-0F73-4E03-8124-98F1E465B8E0}"/>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D14B71-C5C0-4AEC-AFC3-DF1738E7D56E}"/>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9F772105-79CD-416F-A9C4-E1ED24D084CD}"/>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EC0D2BA-F98E-495E-82F1-6CBC188AD845}"/>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1588694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331B1AB0-7F04-4B3A-BE78-07EE90461B3E}"/>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42204783-0901-4DC1-BA12-449EC5CE73B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CD50F91B-2FE8-4389-9268-F678B3BFAD2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FD9E7CF8-7E30-4C51-9BCE-61E43CBD8B42}"/>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Required Credentials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Selection</a:t>
                      </a:r>
                    </a:p>
                  </a:txBody>
                  <a:tcPr marL="85725" marR="85725" marT="28575" marB="28575" anchor="ctr">
                    <a:solidFill>
                      <a:srgbClr val="E2E8F0"/>
                    </a:solidFill>
                  </a:tcPr>
                </a:tc>
              </a:tr>
              <a:tr h="461963">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only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r h="461963">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NFC and PIN</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8FAFC"/>
                    </a:solidFill>
                  </a:tcPr>
                </a:tc>
              </a:tr>
              <a:tr h="461963">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PIN, and QR validation</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EC8B56FB-CAA4-41A5-AD1A-48EBA324A844}"/>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B7519A81-8D51-4ECA-8A03-960FA5DFD1F1}"/>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8429192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75FD6511-DFE0-4D17-9BC8-5CD34B93BBC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88E81E65-D485-4F64-AEC4-47FD013E66D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E1D82A5E-1464-4B40-8213-EA0B3861CF5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94FBE522-DE22-4B6D-AB45-83F1F7A42E04}"/>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BECEDEAF-CA3B-4305-99FF-73E756B3F6C0}"/>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1C1400AF-07FB-46B9-868A-DF32B2F5D755}"/>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r>
                        <a:rPr sz="1500" b="1">
                          <a:solidFill>
                            <a:srgbClr val="0B7F8A"/>
                          </a:solidFill>
                          <a:latin typeface="Calibri"/>
                          <a:ea typeface="Calibri"/>
                          <a:cs typeface="Calibri"/>
                        </a:rPr>
                        <a:t>Survey Group</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Evaluation</a:t>
                      </a:r>
                    </a:p>
                  </a:txBody>
                  <a:tcPr marL="85725" marR="85725" marT="28575" marB="28575" anchor="ctr">
                    <a:solidFill>
                      <a:srgbClr val="E2E8F0"/>
                    </a:solidFill>
                  </a:tcPr>
                </a:tc>
              </a:tr>
              <a:tr h="348615">
                <a:tc>
                  <a:txBody>
                    <a:bodyPr lIns="0" tIns="0" rIns="0" bIns="0">
                      <a:noAutofit/>
                    </a:bodyPr>
                    <a:lstStyle/>
                    <a:p>
                      <a:pPr algn="l"/>
                      <a:r>
                        <a:rPr sz="1500" b="0">
                          <a:solidFill>
                            <a:srgbClr val="334155"/>
                          </a:solidFill>
                          <a:latin typeface="Calibri"/>
                          <a:ea typeface="Calibri"/>
                          <a:cs typeface="Calibri"/>
                        </a:rPr>
                        <a:t>Students, proposed system</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common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Students, manual process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8FAFC"/>
                    </a:solidFill>
                  </a:tcPr>
                </a:tc>
              </a:tr>
              <a:tr h="348615">
                <a:tc>
                  <a:txBody>
                    <a:bodyPr lIns="0" tIns="0" rIns="0" bIns="0">
                      <a:noAutofit/>
                    </a:bodyPr>
                    <a:lstStyle/>
                    <a:p>
                      <a:pPr algn="l"/>
                      <a:r>
                        <a:rPr sz="1500" b="0">
                          <a:solidFill>
                            <a:srgbClr val="334155"/>
                          </a:solidFill>
                          <a:latin typeface="Calibri"/>
                          <a:ea typeface="Calibri"/>
                          <a:cs typeface="Calibri"/>
                        </a:rPr>
                        <a:t>Security personnel</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Faculty, organizer, administrators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Eight quality categories</a:t>
                      </a:r>
                    </a:p>
                  </a:txBody>
                  <a:tcPr marL="85725" marR="85725" marT="28575" marB="28575"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4DF973F0-82AB-4503-980A-DFA615F81285}"/>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773723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08EA8B4A-4797-4643-B11A-54D397C0495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18F9BBB-667C-49AB-9506-FE60E84F424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2D30D5E1-0A6A-4619-97BC-BC5AC0F504B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23091DCC-9575-4B40-9D0C-F83D7FA872BD}"/>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r>
                        <a:rPr sz="1725" b="1">
                          <a:solidFill>
                            <a:srgbClr val="0B7F8A"/>
                          </a:solidFill>
                          <a:latin typeface="Calibri"/>
                          <a:ea typeface="Calibri"/>
                          <a:cs typeface="Calibri"/>
                        </a:rPr>
                        <a:t>Session</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Participants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Entry Rounds per Mode</a:t>
                      </a:r>
                    </a:p>
                  </a:txBody>
                  <a:tcPr marL="85725" marR="85725" marT="28575" marB="28575" anchor="ctr">
                    <a:solidFill>
                      <a:srgbClr val="E2E8F0"/>
                    </a:solidFill>
                  </a:tcPr>
                </a:tc>
              </a:tr>
              <a:tr h="476250">
                <a:tc>
                  <a:txBody>
                    <a:bodyPr lIns="0" tIns="0" rIns="0" bIns="0">
                      <a:noAutofit/>
                    </a:bodyPr>
                    <a:lstStyle/>
                    <a:p>
                      <a:pPr algn="l"/>
                      <a:r>
                        <a:rPr sz="1725" b="0">
                          <a:solidFill>
                            <a:srgbClr val="334155"/>
                          </a:solidFill>
                          <a:latin typeface="Calibri"/>
                          <a:ea typeface="Calibri"/>
                          <a:cs typeface="Calibri"/>
                        </a:rPr>
                        <a:t>August 12, 2026</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40</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20 entries, reset exits, then 20 entries</a:t>
                      </a:r>
                    </a:p>
                  </a:txBody>
                  <a:tcPr marL="85725" marR="85725" marT="28575" marB="28575" anchor="ctr">
                    <a:solidFill>
                      <a:srgbClr val="FFFFFF"/>
                    </a:solidFill>
                  </a:tcPr>
                </a:tc>
              </a:tr>
              <a:tr h="476250">
                <a:tc>
                  <a:txBody>
                    <a:bodyPr lIns="0" tIns="0" rIns="0" bIns="0">
                      <a:noAutofit/>
                    </a:bodyPr>
                    <a:lstStyle/>
                    <a:p>
                      <a:pPr algn="l"/>
                      <a:r>
                        <a:rPr sz="1725" b="0">
                          <a:solidFill>
                            <a:srgbClr val="334155"/>
                          </a:solidFill>
                          <a:latin typeface="Calibri"/>
                          <a:ea typeface="Calibri"/>
                          <a:cs typeface="Calibri"/>
                        </a:rPr>
                        <a:t>August 13, 2026</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30</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20 entries, reset exits, then 10 entries</a:t>
                      </a:r>
                    </a:p>
                  </a:txBody>
                  <a:tcPr marL="85725" marR="85725" marT="28575" marB="28575"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6D6B9E73-A8D5-47B7-A04B-18618C975882}"/>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79E9799C-803D-4AA2-B3B8-D3AC552A8723}"/>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667F87BD-058E-4278-9F21-8A8FBF6FB99D}"/>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3E9D154F-28F6-4E08-8684-69E8CF17B8C7}"/>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8464088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A34DE65-7E61-4D4A-902B-0983248C2D4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D16F01F1-6DBE-4578-BD3A-714532725F1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96AE6D25-0E81-49F2-8BF1-FC80B542C5D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9ED3DC3F-B42D-4850-A93A-CF2180284BBB}"/>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r>
                        <a:rPr sz="1650" b="1">
                          <a:solidFill>
                            <a:srgbClr val="0B7F8A"/>
                          </a:solidFill>
                          <a:latin typeface="Calibri"/>
                          <a:ea typeface="Calibri"/>
                          <a:cs typeface="Calibri"/>
                        </a:rPr>
                        <a:t>Layer</a:t>
                      </a:r>
                    </a:p>
                  </a:txBody>
                  <a:tcPr marL="85725" marR="85725" marT="28575" marB="28575" anchor="ctr">
                    <a:solidFill>
                      <a:srgbClr val="E2E8F0"/>
                    </a:solidFill>
                  </a:tcPr>
                </a:tc>
                <a:tc>
                  <a:txBody>
                    <a:bodyPr lIns="0" tIns="0" rIns="0" bIns="0">
                      <a:noAutofit/>
                    </a:bodyPr>
                    <a:lstStyle/>
                    <a:p>
                      <a:pPr algn="l"/>
                      <a:r>
                        <a:rPr sz="1650" b="1">
                          <a:solidFill>
                            <a:srgbClr val="0B7F8A"/>
                          </a:solidFill>
                          <a:latin typeface="Calibri"/>
                          <a:ea typeface="Calibri"/>
                          <a:cs typeface="Calibri"/>
                        </a:rPr>
                        <a:t>Role</a:t>
                      </a:r>
                    </a:p>
                  </a:txBody>
                  <a:tcPr marL="85725" marR="85725" marT="28575" marB="28575" anchor="ctr">
                    <a:solidFill>
                      <a:srgbClr val="E2E8F0"/>
                    </a:solidFill>
                  </a:tcPr>
                </a:tc>
              </a:tr>
              <a:tr h="428625">
                <a:tc>
                  <a:txBody>
                    <a:bodyPr lIns="0" tIns="0" rIns="0" bIns="0">
                      <a:noAutofit/>
                    </a:bodyPr>
                    <a:lstStyle/>
                    <a:p>
                      <a:pPr algn="l"/>
                      <a:r>
                        <a:rPr sz="1650" b="0">
                          <a:solidFill>
                            <a:srgbClr val="334155"/>
                          </a:solidFill>
                          <a:latin typeface="Calibri"/>
                          <a:ea typeface="Calibri"/>
                          <a:cs typeface="Calibri"/>
                        </a:rPr>
                        <a:t>ESP32 and PN532</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Read NFC UID and forward it through USB serial.</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WinUI 3 application</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Validate credentials, apply rules, and timestamp records.</a:t>
                      </a:r>
                    </a:p>
                  </a:txBody>
                  <a:tcPr marL="85725" marR="85725" marT="28575" marB="28575" anchor="ctr">
                    <a:solidFill>
                      <a:srgbClr val="F8FAFC"/>
                    </a:solidFill>
                  </a:tcPr>
                </a:tc>
              </a:tr>
              <a:tr h="428625">
                <a:tc>
                  <a:txBody>
                    <a:bodyPr lIns="0" tIns="0" rIns="0" bIns="0">
                      <a:noAutofit/>
                    </a:bodyPr>
                    <a:lstStyle/>
                    <a:p>
                      <a:pPr algn="l"/>
                      <a:r>
                        <a:rPr sz="1650" b="0">
                          <a:solidFill>
                            <a:srgbClr val="334155"/>
                          </a:solidFill>
                          <a:latin typeface="Calibri"/>
                          <a:ea typeface="Calibri"/>
                          <a:cs typeface="Calibri"/>
                        </a:rPr>
                        <a:t>Local MySQL</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Store student, event, attendance, and security records.</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Firebase Firestore</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Support cloud synchronization and backup.</a:t>
                      </a:r>
                    </a:p>
                  </a:txBody>
                  <a:tcPr marL="85725" marR="85725" marT="28575" marB="28575"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C39AA016-EDDE-4628-B335-0FC971ECE85F}"/>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45265318-01EB-43A8-BB31-C4276B53EED1}"/>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685938205"/>
      </p:ext>
    </p:extLst>
  </p:cSld>
</p:sld>
</file>

<file path=ppt/slides/slide10.xml><?xml version="1.0" encoding="utf-8"?>
<p:sld xmlns:p="http://schemas.openxmlformats.org/presentationml/2006/main" show="1">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4583A75D-0C80-4C9B-9E9B-F2F73196A2C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BE1EB2E7-10BA-4E7D-A413-4D8DD9867D3A}"/>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32D1E555-5A7F-4D1F-95E9-C55BC6891B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77c79ad516345c3">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0D78C3B3-3BD9-434D-B424-8026ED42F260}"/>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F92313AD-6E8A-49FE-AD4D-0FE9C5E71671}"/>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1C287B6B-E426-409F-9CEC-821C3A445596}"/>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1673A782-4BA0-4426-A687-222DE1C31547}"/>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55A479AE-D9D2-4FAD-B643-13DD30C35D69}"/>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5B8E4715-99A1-4180-8051-8B0555CBF917}"/>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8C8F14B5-E44D-4990-B25D-096B80DCD285}"/>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975657A1-019E-436C-8FC1-70B45B20D6F1}"/>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364F89EC-700B-4C80-A501-C24902E46CAA}"/>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B52BC540-2246-4B3A-99F7-58EC62D46B0E}"/>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46534186-8A74-4E4E-BCB2-44FF2268FA66}"/>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2149CB18-E199-46CB-ADCF-092E730FB69B}"/>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739540B6-A3CD-4A90-BD48-1A612E5CB277}"/>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97ECDD47-2A85-43C5-BEFB-C971B5CADF5F}"/>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855CDE6E-EBEE-450A-8DA3-520856FF1BC7}"/>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4E15579D-8CD9-467A-AFD4-B28F9D857E02}"/>
              </a:ext>
            </a:extLst>
          </p:cNvPr>
          <p:cNvPicPr>
            <a:picLocks xmlns:a="http://schemas.openxmlformats.org/drawingml/2006/main" noChangeAspect="1"/>
          </p:cNvPicPr>
          <p:nvPr/>
        </p:nvPicPr>
        <p:blipFill>
          <a:blip xmlns:r="http://schemas.openxmlformats.org/officeDocument/2006/relationships" xmlns:a="http://schemas.openxmlformats.org/drawingml/2006/main" r:embed="Rb2c78e3a4f574a93">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580EDD37-19F2-4571-BE52-8AC4A2AD3F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d6dac728ce14c7e">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FB2F732D-C30F-4132-8339-7E656EF996B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fb84bdf659a4bb7">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A232ABFC-F0F8-43E6-88E0-1278039E8E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fb84bdf659a4bb7">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0F2C81FC-7F8C-4AE4-BDCE-4A689A538986}"/>
              </a:ext>
            </a:extLst>
          </p:cNvPr>
          <p:cNvPicPr>
            <a:picLocks xmlns:a="http://schemas.openxmlformats.org/drawingml/2006/main" noChangeAspect="1"/>
          </p:cNvPicPr>
          <p:nvPr/>
        </p:nvPicPr>
        <p:blipFill>
          <a:blip xmlns:r="http://schemas.openxmlformats.org/officeDocument/2006/relationships" xmlns:a="http://schemas.openxmlformats.org/drawingml/2006/main" r:embed="R91aca09079ba4706">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AFE6E3AC-106B-4D3B-B868-1E47E2186F8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d73dca082b549b5">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556813FB-3017-4239-B56A-031956BF5FB3}"/>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7609304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943C2A67-0BB7-402F-8010-72E38DB755E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5372716B-3220-45D4-BE9A-A2FED294F77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D35F7DE9-FE57-435B-B2A1-609BC8146EB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1DF121A9-C398-4CAE-ABD0-7643CAD48BCA}"/>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69AE2BAB-FD4D-4DCD-A7BC-6C5542BC87F9}"/>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9AF1F6A0-0601-40D4-8356-D3A26E2BE8F0}"/>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2881A2C6-4EF9-4474-954E-77E695211A37}"/>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BF0B1AEE-A886-4DB8-96E7-DC846995FF9A}"/>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20333D95-544E-4DA9-96C5-EB30D8ADD765}"/>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54AB22D4-E488-4D2A-8459-20D2A0174F40}"/>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5383428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ED979952-FDBF-4B5E-A694-D6F773CE831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1100AA00-22F8-415D-8E72-630C0C180FF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F88DCBFF-18B1-4151-93C4-DE833C53B4AD}"/>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716EC098-6AE2-4725-8515-5E563BB81EE2}"/>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r>
                        <a:rPr sz="1650"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Successful Entries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Reset Exits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Denied Records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Total</a:t>
                      </a:r>
                    </a:p>
                  </a:txBody>
                  <a:tcPr marL="85725" marR="85725" marT="28575" marB="28575" anchor="ctr">
                    <a:solidFill>
                      <a:srgbClr val="E2E8F0"/>
                    </a:solidFill>
                  </a:tcPr>
                </a:tc>
              </a:tr>
              <a:tr h="422910">
                <a:tc>
                  <a:txBody>
                    <a:bodyPr lIns="0" tIns="0" rIns="0" bIns="0">
                      <a:noAutofit/>
                    </a:bodyPr>
                    <a:lstStyle/>
                    <a:p>
                      <a:pPr algn="l"/>
                      <a:r>
                        <a:rPr sz="1650"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2</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142</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12</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152</a:t>
                      </a:r>
                    </a:p>
                  </a:txBody>
                  <a:tcPr marL="85725" marR="85725" marT="28575" marB="28575" anchor="ctr">
                    <a:solidFill>
                      <a:srgbClr val="F8FAFC"/>
                    </a:solidFill>
                  </a:tcPr>
                </a:tc>
              </a:tr>
              <a:tr h="422910">
                <a:tc>
                  <a:txBody>
                    <a:bodyPr lIns="0" tIns="0" rIns="0" bIns="0">
                      <a:noAutofit/>
                    </a:bodyPr>
                    <a:lstStyle/>
                    <a:p>
                      <a:pPr algn="l"/>
                      <a:r>
                        <a:rPr sz="1650"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4</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144</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Total</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18</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438</a:t>
                      </a:r>
                    </a:p>
                  </a:txBody>
                  <a:tcPr marL="85725" marR="85725" marT="28575" marB="28575"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28C9639F-E544-420B-BA06-AD5807069D70}"/>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F047066D-06F1-4BC4-862E-2F596906A46C}"/>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609D77BC-196C-4AA8-B103-327D53B9B692}"/>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282BA990-04DA-4040-B6D7-BAD22BC7B361}"/>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230669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DA15A63-16D9-4E20-B663-3931F7B46DE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9AF712A6-B536-4251-9D6F-1238F472C20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63AC9ED1-37CD-4AA0-A556-78A8B9DD761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8BBCD3EE-82E9-4C74-876F-0E04498CE468}"/>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r>
                        <a:rPr sz="157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Mean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Sample SD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DB Mean ms</a:t>
                      </a:r>
                    </a:p>
                  </a:txBody>
                  <a:tcPr marL="85725" marR="85725" marT="28575" marB="28575" anchor="ctr">
                    <a:solidFill>
                      <a:srgbClr val="E2E8F0"/>
                    </a:solidFill>
                  </a:tcPr>
                </a:tc>
              </a:tr>
              <a:tr h="540544">
                <a:tc>
                  <a:txBody>
                    <a:bodyPr lIns="0" tIns="0" rIns="0" bIns="0">
                      <a:noAutofit/>
                    </a:bodyPr>
                    <a:lstStyle/>
                    <a:p>
                      <a:pPr algn="l"/>
                      <a:r>
                        <a:rPr sz="157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11.49</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2.20</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2.88</a:t>
                      </a:r>
                    </a:p>
                  </a:txBody>
                  <a:tcPr marL="85725" marR="85725" marT="28575" marB="28575" anchor="ctr">
                    <a:solidFill>
                      <a:srgbClr val="FFFFFF"/>
                    </a:solidFill>
                  </a:tcPr>
                </a:tc>
              </a:tr>
              <a:tr h="540544">
                <a:tc>
                  <a:txBody>
                    <a:bodyPr lIns="0" tIns="0" rIns="0" bIns="0">
                      <a:noAutofit/>
                    </a:bodyPr>
                    <a:lstStyle/>
                    <a:p>
                      <a:pPr algn="l"/>
                      <a:r>
                        <a:rPr sz="157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57.37</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17.46</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47.95</a:t>
                      </a:r>
                    </a:p>
                  </a:txBody>
                  <a:tcPr marL="85725" marR="85725" marT="28575" marB="28575" anchor="ctr">
                    <a:solidFill>
                      <a:srgbClr val="F8FAFC"/>
                    </a:solidFill>
                  </a:tcPr>
                </a:tc>
              </a:tr>
              <a:tr h="540544">
                <a:tc>
                  <a:txBody>
                    <a:bodyPr lIns="0" tIns="0" rIns="0" bIns="0">
                      <a:noAutofit/>
                    </a:bodyPr>
                    <a:lstStyle/>
                    <a:p>
                      <a:pPr algn="l"/>
                      <a:r>
                        <a:rPr sz="157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54.06</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6.34</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44.90</a:t>
                      </a:r>
                    </a:p>
                  </a:txBody>
                  <a:tcPr marL="85725" marR="85725" marT="28575" marB="28575"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749CA1E7-F43B-4EE1-AD41-F04135B8E2B7}"/>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c38239e22dce422f"/>
          </a:graphicData>
        </a:graphic>
      </p:graphicFrame>
      <p:sp>
        <p:nvSpPr>
          <p:cNvPr id="6" name="70 successful entries per mode">
            <a:extLst xmlns:a="http://schemas.openxmlformats.org/drawingml/2006/main">
              <a:ext uri="{FF2B5EF4-FFF2-40B4-BE49-F238E27FC236}">
                <a16:creationId xmlns:a16="http://schemas.microsoft.com/office/drawing/2014/main" id="{DA6D7A88-012F-4B2B-9026-516FF3958693}"/>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55897770-22C0-4ACC-88B5-34652704BE0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5955488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4FFE517F-561C-4D4E-AC23-4FE58394E2A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F4C2859F-5D2D-459B-B401-4F62A3EC858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39CD4316-A17E-4A37-8D6D-3143E099CB8D}"/>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900D788C-5A71-4C49-93E0-93C77D64D52B}"/>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7ba915ed599a4a4b"/>
          </a:graphicData>
        </a:graphic>
      </p:graphicFrame>
      <p:graphicFrame>
        <p:nvGraphicFramePr>
          <p:cNvPr id="5" name="">
            <a:extLst xmlns:a="http://schemas.openxmlformats.org/drawingml/2006/main">
              <a:ext uri="{FF2B5EF4-FFF2-40B4-BE49-F238E27FC236}">
                <a16:creationId xmlns:a16="http://schemas.microsoft.com/office/drawing/2014/main" id="{F7A7C2A2-957A-4755-BC3A-EC8513861DB9}"/>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r>
                        <a:rPr sz="1425" b="1">
                          <a:solidFill>
                            <a:srgbClr val="0B7F8A"/>
                          </a:solidFill>
                          <a:latin typeface="Calibri"/>
                          <a:ea typeface="Calibri"/>
                          <a:cs typeface="Calibri"/>
                        </a:rPr>
                        <a:t>Total Stage Duration</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Standard</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High-Security</a:t>
                      </a:r>
                    </a:p>
                  </a:txBody>
                  <a:tcPr marL="85725" marR="85725" marT="28575" marB="28575" anchor="ctr">
                    <a:solidFill>
                      <a:srgbClr val="E2E8F0"/>
                    </a:solidFill>
                  </a:tcPr>
                </a:tc>
              </a:tr>
              <a:tr h="419100">
                <a:tc>
                  <a:txBody>
                    <a:bodyPr lIns="0" tIns="0" rIns="0" bIns="0">
                      <a:noAutofit/>
                    </a:bodyPr>
                    <a:lstStyle/>
                    <a:p>
                      <a:pPr algn="l"/>
                      <a:r>
                        <a:rPr sz="1425" b="0">
                          <a:solidFill>
                            <a:srgbClr val="334155"/>
                          </a:solidFill>
                          <a:latin typeface="Calibri"/>
                          <a:ea typeface="Calibri"/>
                          <a:cs typeface="Calibri"/>
                        </a:rPr>
                        <a:t>Mean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2.505</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5.799</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Median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2.035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4.348</a:t>
                      </a:r>
                    </a:p>
                  </a:txBody>
                  <a:tcPr marL="85725" marR="85725" marT="28575" marB="28575" anchor="ctr">
                    <a:solidFill>
                      <a:srgbClr val="F8FAFC"/>
                    </a:solidFill>
                  </a:tcPr>
                </a:tc>
              </a:tr>
              <a:tr h="419100">
                <a:tc>
                  <a:txBody>
                    <a:bodyPr lIns="0" tIns="0" rIns="0" bIns="0">
                      <a:noAutofit/>
                    </a:bodyPr>
                    <a:lstStyle/>
                    <a:p>
                      <a:pPr algn="l"/>
                      <a:r>
                        <a:rPr sz="1425" b="0">
                          <a:solidFill>
                            <a:srgbClr val="334155"/>
                          </a:solidFill>
                          <a:latin typeface="Calibri"/>
                          <a:ea typeface="Calibri"/>
                          <a:cs typeface="Calibri"/>
                        </a:rPr>
                        <a:t>Sample SD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1.152</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3.878</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Maximum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6.875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22.604</a:t>
                      </a:r>
                    </a:p>
                  </a:txBody>
                  <a:tcPr marL="85725" marR="85725" marT="28575" marB="28575"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FB5A6AF4-6C2C-4FD3-8B4C-BBEBAC375FD3}"/>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13138425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BCE3FA86-C29C-4ED1-8026-51C5CCDBFA8F}"/>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6EB2EA52-B938-4907-8BA3-94C487EF15B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FE22BB1A-BD7A-459F-ABFE-CD872A2F2F3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07709AFF-08C7-45A7-B7D0-F064F9D11C49}"/>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36F659F1-9AE4-45A3-8B34-24DB7D0B67AC}"/>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9F502CB1-7E0D-4EE1-A232-29D27D7B0DE0}"/>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C77C950D-128F-4548-AEFD-66B200EED6C5}"/>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a4d315e3e9d84994"/>
          </a:graphicData>
        </a:graphic>
      </p:graphicFrame>
      <p:sp>
        <p:nvSpPr>
          <p:cNvPr id="8" name="Duration bins in seconds">
            <a:extLst xmlns:a="http://schemas.openxmlformats.org/drawingml/2006/main">
              <a:ext uri="{FF2B5EF4-FFF2-40B4-BE49-F238E27FC236}">
                <a16:creationId xmlns:a16="http://schemas.microsoft.com/office/drawing/2014/main" id="{C4FBA3A7-B572-467B-A421-45E5447C3CF3}"/>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290FBB99-C603-49FE-8867-EF009BABAA9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1039261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A0A96484-84CA-4A1E-AD6C-D4CAE4B0CDD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292DE2A1-E7B8-4513-99BB-583292C34D39}"/>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2806A0D5-098B-4141-AEA4-26C75854348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6047A630-CF39-4E97-930E-0628B55C8199}"/>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Mean Spacing 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Recorded Rate / min</a:t>
                      </a:r>
                    </a:p>
                  </a:txBody>
                  <a:tcPr marL="85725" marR="85725" marT="28575" marB="28575" anchor="ctr">
                    <a:solidFill>
                      <a:srgbClr val="E2E8F0"/>
                    </a:solidFill>
                  </a:tcPr>
                </a:tc>
              </a:tr>
              <a:tr h="469106">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2.730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21.98</a:t>
                      </a:r>
                    </a:p>
                  </a:txBody>
                  <a:tcPr marL="85725" marR="85725" marT="28575" marB="28575" anchor="ctr">
                    <a:solidFill>
                      <a:srgbClr val="FFFFFF"/>
                    </a:solidFill>
                  </a:tcPr>
                </a:tc>
              </a:tr>
              <a:tr h="469106">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8.048</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7.46</a:t>
                      </a:r>
                    </a:p>
                  </a:txBody>
                  <a:tcPr marL="85725" marR="85725" marT="28575" marB="28575" anchor="ctr">
                    <a:solidFill>
                      <a:srgbClr val="F8FAFC"/>
                    </a:solidFill>
                  </a:tcPr>
                </a:tc>
              </a:tr>
              <a:tr h="469106">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12.129</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4.95</a:t>
                      </a:r>
                    </a:p>
                  </a:txBody>
                  <a:tcPr marL="85725" marR="85725" marT="28575" marB="28575"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661079BB-EEAF-4CF0-AC96-3484AF368C2C}"/>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CD113A45-1038-4933-B466-4AE5972A8D2B}"/>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1A4791FD-C2C5-470C-9735-E488B979DFE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13428745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387FDC35-68DE-479A-9029-D3F48F2A9F1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34AE3F-C519-447C-81B4-73AA4C01997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41B83D6F-872B-4ED2-B41C-9EB4F687C11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FEE5B8A6-3ACD-4093-8646-4BA1576DCE5A}"/>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B5DA78C9-5789-4ADE-9CAD-6BCC337C7A55}"/>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9644DAA6-39CC-4C11-A690-F876932E1E7D}"/>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7573B2C0-3E04-4F4A-8D12-2F5AB44C402F}"/>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031A5966-4EB1-4401-8C66-811E7F26AD35}"/>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C566D93E-9D6B-4480-80E8-3FACCB888E4D}"/>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A400F7E4-5790-48F2-9944-0C41121D207C}"/>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r>
                        <a:rPr sz="1500" b="1">
                          <a:solidFill>
                            <a:srgbClr val="0B7F8A"/>
                          </a:solidFill>
                          <a:latin typeface="Calibri"/>
                          <a:ea typeface="Calibri"/>
                          <a:cs typeface="Calibri"/>
                        </a:rPr>
                        <a:t>Recorded Denial Condition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Count</a:t>
                      </a:r>
                    </a:p>
                  </a:txBody>
                  <a:tcPr marL="85725" marR="85725" marT="28575" marB="28575" anchor="ctr">
                    <a:solidFill>
                      <a:srgbClr val="E2E8F0"/>
                    </a:solidFill>
                  </a:tcPr>
                </a:tc>
              </a:tr>
              <a:tr h="288925">
                <a:tc>
                  <a:txBody>
                    <a:bodyPr lIns="0" tIns="0" rIns="0" bIns="0">
                      <a:noAutofit/>
                    </a:bodyPr>
                    <a:lstStyle/>
                    <a:p>
                      <a:pPr algn="l"/>
                      <a:r>
                        <a:rPr sz="1500" b="0">
                          <a:solidFill>
                            <a:srgbClr val="334155"/>
                          </a:solidFill>
                          <a:latin typeface="Calibri"/>
                          <a:ea typeface="Calibri"/>
                          <a:cs typeface="Calibri"/>
                        </a:rPr>
                        <a:t>Incorrect PIN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8</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Consecutive-entry state violation</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New PIN lockout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QR mismatch</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Irregular exit state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a:t>
                      </a:r>
                    </a:p>
                  </a:txBody>
                  <a:tcPr marL="85725" marR="85725" marT="28575" marB="28575"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66DC4E4C-FB4C-4CC5-B943-8BCE98A11075}"/>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111AAAD1-DFF7-44A4-BB02-A14572DB89A4}"/>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102728508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EA9ECD80-0A6B-4FC2-BD01-74E04B1BD2F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936E3EDB-8330-47AB-B4AE-EAB16EA21FF7}"/>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30541A5D-9120-40FE-A2D8-BC3EF3E2C21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02F54887-03D8-4E86-AE02-1AC0FFFBAFFA}"/>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8f6d9e56187b40eb"/>
          </a:graphicData>
        </a:graphic>
      </p:graphicFrame>
      <p:sp>
        <p:nvSpPr>
          <p:cNvPr id="5" name="Largest descriptive difference: Performance E">
            <a:extLst xmlns:a="http://schemas.openxmlformats.org/drawingml/2006/main">
              <a:ext uri="{FF2B5EF4-FFF2-40B4-BE49-F238E27FC236}">
                <a16:creationId xmlns:a16="http://schemas.microsoft.com/office/drawing/2014/main" id="{0002D8B7-1886-417A-AA3B-0FB6BE4B786A}"/>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E38BB637-A57D-4B84-92D4-54B4F2768B61}"/>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1018613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2B381035-485D-425B-B30E-15B646C46B4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5A67169B-6311-467C-83F8-2D776AC3E86D}"/>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950C235E-AEB3-413E-B24B-56B5D5F7A2D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82FDCB39-453C-4588-AE5A-9D689D0A454A}"/>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89e030d304f54b06"/>
          </a:graphicData>
        </a:graphic>
      </p:graphicFrame>
      <p:sp>
        <p:nvSpPr>
          <p:cNvPr id="5" name="Highly Satisfactory">
            <a:extLst xmlns:a="http://schemas.openxmlformats.org/drawingml/2006/main">
              <a:ext uri="{FF2B5EF4-FFF2-40B4-BE49-F238E27FC236}">
                <a16:creationId xmlns:a16="http://schemas.microsoft.com/office/drawing/2014/main" id="{1B07F41F-D47B-4EA0-89CD-7795EDAE6D7A}"/>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E326E85A-3EBA-439B-95FE-B9221E3D5A98}"/>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07892D0D-65AF-42CA-9A75-2C096851CBE7}"/>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istrative group: eight categories&#10;Portab">
            <a:extLst xmlns:a="http://schemas.openxmlformats.org/drawingml/2006/main">
              <a:ext uri="{FF2B5EF4-FFF2-40B4-BE49-F238E27FC236}">
                <a16:creationId xmlns:a16="http://schemas.microsoft.com/office/drawing/2014/main" id="{8E156C6C-15F6-4A9E-8CEF-02E81E7C1664}"/>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Administrative group: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 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8F05434A-2527-443B-92C8-B59FE656CDD0}"/>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18138313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6A022820-B2E0-43E6-BF9E-28564693B27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B8CF08CA-B07B-47FC-A6E3-2456D2D49EB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E3ADC7BD-0F61-45D7-8005-833F58B1C61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96A3B872-B380-4E6C-8686-F19A9DB3C3E2}"/>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r>
                        <a:rPr sz="1725" b="1">
                          <a:solidFill>
                            <a:srgbClr val="0B7F8A"/>
                          </a:solidFill>
                          <a:latin typeface="Calibri"/>
                          <a:ea typeface="Calibri"/>
                          <a:cs typeface="Calibri"/>
                        </a:rPr>
                        <a:t>Group</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Overall Mean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Composite Sample SD</a:t>
                      </a:r>
                    </a:p>
                  </a:txBody>
                  <a:tcPr marL="85725" marR="85725" marT="28575" marB="28575" anchor="ctr">
                    <a:solidFill>
                      <a:srgbClr val="E2E8F0"/>
                    </a:solidFill>
                  </a:tcPr>
                </a:tc>
              </a:tr>
              <a:tr h="422275">
                <a:tc>
                  <a:txBody>
                    <a:bodyPr lIns="0" tIns="0" rIns="0" bIns="0">
                      <a:noAutofit/>
                    </a:bodyPr>
                    <a:lstStyle/>
                    <a:p>
                      <a:pPr algn="l"/>
                      <a:r>
                        <a:rPr sz="1725" b="0">
                          <a:solidFill>
                            <a:srgbClr val="334155"/>
                          </a:solidFill>
                          <a:latin typeface="Calibri"/>
                          <a:ea typeface="Calibri"/>
                          <a:cs typeface="Calibri"/>
                        </a:rPr>
                        <a:t>Manual process</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2.284</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0.753</a:t>
                      </a:r>
                    </a:p>
                  </a:txBody>
                  <a:tcPr marL="85725" marR="85725" marT="28575" marB="28575" anchor="ctr">
                    <a:solidFill>
                      <a:srgbClr val="FFFFFF"/>
                    </a:solidFill>
                  </a:tcPr>
                </a:tc>
              </a:tr>
              <a:tr h="422275">
                <a:tc>
                  <a:txBody>
                    <a:bodyPr lIns="0" tIns="0" rIns="0" bIns="0">
                      <a:noAutofit/>
                    </a:bodyPr>
                    <a:lstStyle/>
                    <a:p>
                      <a:pPr algn="l"/>
                      <a:r>
                        <a:rPr sz="1725" b="0">
                          <a:solidFill>
                            <a:srgbClr val="334155"/>
                          </a:solidFill>
                          <a:latin typeface="Calibri"/>
                          <a:ea typeface="Calibri"/>
                          <a:cs typeface="Calibri"/>
                        </a:rPr>
                        <a:t>Proposed system</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3.742</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0.290</a:t>
                      </a:r>
                    </a:p>
                  </a:txBody>
                  <a:tcPr marL="85725" marR="85725" marT="28575" marB="28575"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6595E4F9-A134-4263-B4AD-EA797A6FCC60}"/>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480E1FE0-92B5-4856-B108-6EC9A90433C8}"/>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B12C5F02-0C5E-4245-9FA9-057DDE9DA39F}"/>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23566E41-CBE6-49A6-90DE-8260DA04C141}"/>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F020F5DC-E141-461B-B3B1-5F28692FCD37}"/>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8814081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D94B12C3-4978-44C4-A0C3-C23405438B2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683E8961-BEF6-4E5F-9FBC-7E8F047D6B5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C9F53DA0-5498-4F30-BE83-D68006F56C5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725010F4-1308-4A2F-B0D2-33432B25B733}"/>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E8E7293C-FBB7-4648-9AAD-A08668FF6B88}"/>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C8C8DD01-BB62-4C72-A244-6B6B63539253}"/>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9990133E-851D-42FC-AB38-28FBAEA6015A}"/>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13B50439-E7AF-40C3-AE8B-19E3418ACDF0}"/>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9DFDD5C8-E348-448F-9B0C-A6D7137ECD24}"/>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538975749"/>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AC93E74-C3AD-4431-AB9F-34AAA1F5BEB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B5B5810E-1683-4818-9FEE-C461899EB99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F32510F7-DC3B-4CFE-9483-E498ACCB6CB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703866FF-0FBB-4705-ABFC-B1FD62434FBB}"/>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9468F05C-8F88-4DC6-9C9A-D983C4CB1093}"/>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69DF249F-7CC0-4E6F-B741-6BD92992974A}"/>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DD84BE52-4298-44E0-8A75-608AB463A52D}"/>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DB265E91-2938-4D18-8138-A36279DD9BA5}"/>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F9BD461F-4CD6-474E-9437-0FC27AEEAB76}"/>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960389547"/>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7458926-3FBC-46A6-A41D-1011E344EBB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0FB8A113-14E3-4885-A65D-5EF04EDA5E2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74A0EB85-BD07-4523-8190-951A79B26480}"/>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C8CBC818-FEDC-4EF1-8038-442A689E9E70}"/>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9B793179-7B19-48AE-AA49-0A6929DE45F8}"/>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1C094980-CA5A-4CBD-A630-5257E4591108}"/>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FA31E987-E4AB-404B-A1D3-A8782D1F6ABB}"/>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1E292658-8C95-4AE1-9E99-055CFD46E5F8}"/>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3BA1FDED-C7C9-4B12-BACC-66D1D0FD08B4}"/>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619645324"/>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39A86989-A252-4982-8154-7C2271F4DEB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b3f752ef744435">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530C9779-7680-49CF-823B-C49E8E915EC8}"/>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877D1B83-E2AF-4364-B493-139D65841BA7}"/>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1BE0DB3D-8657-4A56-845C-5EE4BBC97F1D}"/>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B46DFE57-92B2-4D27-9BE8-8496DD544F06}"/>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40236444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2026-10-11T16:53:25.6960000Z</dcterms:created>
  <dcterms:modified xsi:type="dcterms:W3CDTF">2026-10-11T16:53:25.6960000Z</dcterms:modified>
</coreProperties>
</file>